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029200" cy="50292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274320"/>
            <a:ext cx="2926080" cy="29260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960120" cy="9601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6858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294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Criptografía práctica y gestión de identidad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Bóvedas de contraseñas, MFA, passkeys y cifrado de archivos con VeraCrypt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5 — Tu bóveda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la clase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5623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18562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de las contraseñas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21284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Fuerza bruta, relleno de credenciales y entropía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85623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10528" y="18562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Gestores de contraseñas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221284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Bitwarden, KeePassXC y la contraseña maestra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41071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" y="34107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MFA: la segunda cerradura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7673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SMS, TOTP y llaves FIDO2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341071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10528" y="34107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Passkeys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37673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Criptografía asimétrica contra el phishing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496519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41248" y="4965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de archivos con VeraCrypt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874520" y="532180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Contenedor, header y flujo seguro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46634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0528" y="496519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510528" y="4965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54380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junto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543800" y="532180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Confidencialidad, integridad, autenticidad y capas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vida digital es una ciudad. ¿Cuántas llaves usás?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2583180" cy="265176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591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56591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casa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23088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 electrónico: la puerta que abre todas las demás (recuperar contraseñas).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6140" y="1554480"/>
            <a:ext cx="2583180" cy="265176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197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3197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1586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banco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43300" y="3063240"/>
            <a:ext cx="23088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Banca en línea y billeteras virtuales.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2583180" cy="265176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9803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9803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tiendas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063240"/>
            <a:ext cx="23088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Libre, Amazon: tarjetas guardadas.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38260" y="1554480"/>
            <a:ext cx="2583180" cy="265176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6409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6409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4798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oficina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75420" y="3063240"/>
            <a:ext cx="23088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de trabajo y datos de la empresa.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4805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5262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mundo físico usarías una llave distinta para cada puerta. En el digital, casi todos usan la misma llave maestra para todas… o dejan la puerta sin llave porque "es muy difícil recordar tantas".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943600" cy="5943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8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0" cy="128016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de las contraseñas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 memoria humana no alcanza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formas de atacar una contraseña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4894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94894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5129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Fuerza bruta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5074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programa prueba combinaciones una tras otra, millones por segundo. Gana con claves cortas, previsibles o con patrones (Password123, Boca2024).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8106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8106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281928" y="2606040"/>
            <a:ext cx="5129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Relleno de credenciales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063240"/>
            <a:ext cx="5074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atacante toma pares usuario-contraseña filtrados en una brecha y los prueba en otros sitios (tu correo, tu banco), esperando que los hayas reutilizado.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ataques son automáticos y baratos. La defensa no es "ser más vivo": es que cada cuenta tenga una contraseña única, larga y aleatoria.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efecto dominó de reutilizar una contraseña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2044598" cy="274320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2339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342339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6032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Sitio débil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186171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Usás la misma clave en un foro o tienda poco segura.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49270" y="1645920"/>
            <a:ext cx="2044598" cy="274320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51530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5153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💥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22422" y="256032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Brecha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40710" y="2926080"/>
            <a:ext cx="186171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Alguien vulnera ese sitio y se lleva la base de usuarios.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58461" y="1645920"/>
            <a:ext cx="2044598" cy="274320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7607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131613" y="256032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Lista filtrada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49901" y="2926080"/>
            <a:ext cx="186171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correo y tu clave circulan en listas de credenciales.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7651" y="1645920"/>
            <a:ext cx="2044598" cy="274320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69910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96991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40803" y="256032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Relleno automático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359091" y="2926080"/>
            <a:ext cx="186171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programa prueba esa clave en cientos de servicios.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76842" y="1645920"/>
            <a:ext cx="2044598" cy="274320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79101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179101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549994" y="256032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Tu banco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568282" y="2926080"/>
            <a:ext cx="186171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reutilizaste, el atacante entra sin romper nada.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7548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 un atacante vulnera un sitio poco seguro donde usás esa contraseña, automáticamente tiene la llave de tu banco."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dicen los datos: hoy los atacantes inician sesión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92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269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brechas involucran abuso de credenciales en algún punto de la cadena de ataque (DBIR 2026).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7150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788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46532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explotación de vulnerabilidades como vía de acceso inicial más frecuente: creció 55 % interanual.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624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0308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4030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🦠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596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15340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víctimas de ransomware había sufrido una infección por infostealer o filtración de credenciales el año anterior.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Verizon DBIR 2026, según el resumen de SpyCloud. Las credenciales robadas son combustible de otros ataques, incluido el ransomware que vimos en la Semana 4.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hace fuerte a una contraseña? La entropía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E2A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Entropía (bits) = L × log₂(N)
</a:t>
            </a:r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 = largo (caracteres, o palabras en una frase)
</a:t>
            </a:r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 = tamaño del conjunto de símbolos posibles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9260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651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66160" y="2651760"/>
            <a:ext cx="219456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2651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60720" y="2651760"/>
            <a:ext cx="15544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Entropía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0" y="2651760"/>
            <a:ext cx="420624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06640" y="26517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a 10¹⁰ intentos/s (promedio)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292608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154680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P4ssw0rd!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566160" y="3154680"/>
            <a:ext cx="219456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0" y="3154680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× log₂(94)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3154680"/>
            <a:ext cx="155448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52160" y="3154680"/>
            <a:ext cx="1371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59 bits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3154680"/>
            <a:ext cx="420624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315468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11 meses… si fuera aleatoria. Es un patrón conocido: segundos.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758184"/>
            <a:ext cx="2926080" cy="603504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758184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fP9!zL2@mQ7*vX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566160" y="3758184"/>
            <a:ext cx="2194560" cy="603504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57600" y="3758184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× log₂(94)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3758184"/>
            <a:ext cx="1554480" cy="603504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52160" y="3758184"/>
            <a:ext cx="1371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92 bits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3758184"/>
            <a:ext cx="4206240" cy="603504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06640" y="3758184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 de millones de años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361688"/>
            <a:ext cx="292608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4361688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palabras al azar (diceware)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566160" y="4361688"/>
            <a:ext cx="219456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57600" y="4361688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× log₂(7776)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60720" y="4361688"/>
            <a:ext cx="155448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52160" y="4361688"/>
            <a:ext cx="1371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77 bits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0" y="4361688"/>
            <a:ext cx="420624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06640" y="4361688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cientos de miles de años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54864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914400" y="55321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fórmula es un máximo teórico: solo vale si la clave se elige AL AZAR. Una palabra común con un número al final no tiene la entropía que sugiere su largo.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del lado del servidor: cómo se guarda importa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347472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de guardar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0" y="1508760"/>
            <a:ext cx="374904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06240" y="15087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 de un atacante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863840" y="1508760"/>
            <a:ext cx="365760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0" y="15087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347472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116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plano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2011680"/>
            <a:ext cx="374904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20116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Instantáneo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2011680"/>
            <a:ext cx="365760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0" y="20116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brecha expone todo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3474720" cy="100584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0175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simple, sin sal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0" y="3017520"/>
            <a:ext cx="3749040" cy="100584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06240" y="30175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orden de miles de millones de intentos/s con GPU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3017520"/>
            <a:ext cx="3657600" cy="100584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30175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Contraseñas comunes caen en segundos; repetidas se ven iguales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347472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023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sal + función lenta (PBKDF2, scrypt, Argon2)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114800" y="4023360"/>
            <a:ext cx="374904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06240" y="40233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Cientos de miles de veces más lento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63840" y="4023360"/>
            <a:ext cx="365760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55280" y="40233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intento cuesta tiempo y memoria: se puede resistir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0292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14400" y="5074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laboratorio lo vas a medir: en una VM, PBKDF2 con 600.000 iteraciones resulta del orden de cientos de miles de veces más lento que SHA-256 simple. Esa es la razón por la que los gestores usan estas funciones para proteger tu bóveda.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943600" cy="5943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8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0" cy="128016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Gestores de contraseñas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llave maestra para abrir la caja fuerte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gestor es una ayuda de memoria segura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92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269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🎲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Contraseñas largas y aleatorias, de 16 caracteres o más, distintas para cada sitio.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7150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788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Almacenar cifrado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6532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queda en una bóveda ilegible sin la contraseña maestra.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624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0308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4030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596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5340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las credenciales solo en el dominio correcto: si el sitio es falso, no se ofrece.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solo recordás UNA clave —la contraseña maestra—. Autocompletar además es una defensa anti-phishing: el gestor no se deja engañar por facebo0k.com.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filosofías: la nube segura y el control local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237744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17520" y="1508760"/>
            <a:ext cx="438912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08960" y="15087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Bitwarden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1508760"/>
            <a:ext cx="411480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0" y="15087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KeePassXC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237744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1168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viven los datos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017520" y="2011680"/>
            <a:ext cx="438912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08960" y="201168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los servidores de Bitwarden, cifrados de extremo a extremo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2011680"/>
            <a:ext cx="411480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0" y="201168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archivo .kdbx en tu equipo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237744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670048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017520" y="2670048"/>
            <a:ext cx="438912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08960" y="267004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Automática: teléfono, navegador, PC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06640" y="2670048"/>
            <a:ext cx="411480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0" y="2670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resolvés vos (USB, tu nube, Syncthing)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328416"/>
            <a:ext cx="237744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32841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017520" y="3328416"/>
            <a:ext cx="438912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08960" y="3328416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06640" y="3328416"/>
            <a:ext cx="411480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0" y="332841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986784"/>
            <a:ext cx="237744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398678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017520" y="3986784"/>
            <a:ext cx="438912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108960" y="3986784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Comodidad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06640" y="3986784"/>
            <a:ext cx="411480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98080" y="398678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total; sin servidor externo que se pueda brechar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645152"/>
            <a:ext cx="237744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6451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017520" y="4645152"/>
            <a:ext cx="438912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108960" y="4645152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busca una experiencia fluida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06640" y="4645152"/>
            <a:ext cx="411480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98080" y="464515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Perfiles de alta privacidad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5303520"/>
            <a:ext cx="237744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53035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principal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017520" y="5303520"/>
            <a:ext cx="438912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108960" y="530352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 tu contraseña maestra y de la confianza en el servicio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06640" y="5303520"/>
            <a:ext cx="411480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498080" y="53035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Perder o no respaldar el archivo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de extremo a extremo: ni el proveedor puede leerte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61848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603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 maestra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vive en tu cabeza. No se envía al servidor.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164592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7997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603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Derivación de clave (KDF)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9260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PBKDF2 o Argon2: la convierte en una clave de cifrado, a propósito lenta.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164592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41464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41464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5603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 de cifrado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9260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calcula en tu dispositivo y abre la bóveda.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24544" y="164592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02952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902952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997696" y="25603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Bóveda cifrada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15984" y="29260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guarda solo un bloque ilegible.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7548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800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 directa: si el proveedor es brechado, el atacante se lleva bloques cifrados. Lo que los separa de tus datos es tu contraseña maestra… y la lentitud de la KDF.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oro: la contraseña maestra es una frase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05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Débil   P4ssw0rd!                  ← patrón conocido
</a:t>
            </a:r>
            <a:pPr indent="0" marL="0">
              <a:buNone/>
            </a:pPr>
            <a:r>
              <a:rPr lang="en-US" sz="14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Buena   caballo-violeta-cocina-niebla-puente-2026
</a:t>
            </a:r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(palabras elegidas AL AZAR, no por vos)
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3505200" cy="2011680"/>
          </a:xfrm>
          <a:prstGeom prst="roundRect">
            <a:avLst>
              <a:gd name="adj" fmla="val 3636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26920" y="333756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02692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16052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617720"/>
            <a:ext cx="3230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o seis palabras al azar superan por mucho a una clave corta "con símbolos".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3108960"/>
            <a:ext cx="3505200" cy="2011680"/>
          </a:xfrm>
          <a:prstGeom prst="roundRect">
            <a:avLst>
              <a:gd name="adj" fmla="val 3636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15000" y="333756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71500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🎲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37888" y="416052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Aleatoria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65320" y="4617720"/>
            <a:ext cx="3230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no sea una frase famosa, un verso ni algo sobre vos. Usá dados o un generador diceware.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16240" y="3108960"/>
            <a:ext cx="3505200" cy="2011680"/>
          </a:xfrm>
          <a:prstGeom prst="roundRect">
            <a:avLst>
              <a:gd name="adj" fmla="val 3636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03080" y="333756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40308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125968" y="416052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copiada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53400" y="4617720"/>
            <a:ext cx="3230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ejemplo de un apunte o de internet ya está en los diccionarios de los atacantes.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real: cuando la bóveda cae y la maestra es débil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81A33"/>
          </a:solidFill>
          <a:ln w="12700">
            <a:solidFill>
              <a:srgbClr val="0F6E6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554480"/>
            <a:ext cx="685800" cy="68580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4173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41732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brecha en LastPass expone bóvedas cifradas de clientes y datos personales.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65176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🔨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5146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Años después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51460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atacantes descifran sin conexión las bóvedas protegidas por contraseñas maestras débiles, y vacían carteras de criptomonedas guardadas ahí.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74904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3749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61188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2025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61188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TRM Labs rastreó más de USD 35 millones robados (informe de diciembre de 2025). El regulador británico (ICO) multó a LastPass con USD 1,6 millones.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846320"/>
            <a:ext cx="685800" cy="6858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4846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470916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470916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 maestra larga y aleatoria + rotar las claves guardadas si tu proveedor sufre una brecha. El cifrado sirve… hasta donde llega la clave.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frecuentes y mejores prácticas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920" y="169164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2692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1460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el gestor del navegador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3230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Conveniente, pero con acceso a tu perfil de usuario suele verse todo sin otra clave. Usá un gestor dedicado.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8160" y="146304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69164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71500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🆘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7888" y="251460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plan de recuperación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65320" y="2971800"/>
            <a:ext cx="3230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perdés la maestra de Bitwarden y no guardaste el código de recuperación, perdés los datos para siempre.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16240" y="146304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03080" y="169164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40308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😴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5968" y="251460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apagado por pereza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53400" y="2971800"/>
            <a:ext cx="3230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segundos extra protegen años de fotos, correos y ahorros.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26920" y="402336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02692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84632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Auditar cada mes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303520"/>
            <a:ext cx="3230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 del gestor: contraseñas débiles, reutilizadas o filtradas.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8160" y="379476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15000" y="402336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71500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🎲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437888" y="484632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siempre el generador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465320" y="5303520"/>
            <a:ext cx="3230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caracteres o más, nunca inventadas a mano.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16240" y="379476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403080" y="402336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403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125968" y="484632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en el gestor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153400" y="5303520"/>
            <a:ext cx="3230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tu activo más valioso: app autenticadora o llave física.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943600" cy="5943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8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0" cy="128016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MFA: la segunda cerradura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una contraseña robada no alcance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factores de autenticación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505200" cy="2560320"/>
          </a:xfrm>
          <a:prstGeom prst="roundRect">
            <a:avLst>
              <a:gd name="adj" fmla="val 285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92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269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 que sabés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230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Contraseña, PIN.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05200" cy="2560320"/>
          </a:xfrm>
          <a:prstGeom prst="roundRect">
            <a:avLst>
              <a:gd name="adj" fmla="val 285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7150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788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 que tenés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65320" y="3063240"/>
            <a:ext cx="3230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teléfono, una llave de seguridad física (YubiKey).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6240" y="1554480"/>
            <a:ext cx="3505200" cy="2560320"/>
          </a:xfrm>
          <a:prstGeom prst="roundRect">
            <a:avLst>
              <a:gd name="adj" fmla="val 285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0308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4030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👆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596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 que sos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53400" y="3063240"/>
            <a:ext cx="3230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Huella dactilar, reconocimiento facial.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5262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es usar AL MENOS DOS factores de categorías distintas. Si el atacante tiene tu contraseña pero no tu teléfono, no entra. Dos contraseñas seguidas NO son MFA: son el mismo factor.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de MFA, de menos a más seguros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5166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8516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5544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5544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más común y el más débil. Se puede interceptar o redirigir con SIM swapping. Mejor que nada, pero no para cuentas críticas.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68980"/>
            <a:ext cx="685800" cy="6858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32689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9718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autenticadora (TOTP)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97180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Authenticator, Bitwarden, etc. Código de 6 dígitos que cambia cada 30 s. No viaja por la red celular.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081A33"/>
          </a:solidFill>
          <a:ln w="12700">
            <a:solidFill>
              <a:srgbClr val="2E9E6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686300"/>
            <a:ext cx="685800" cy="68580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46863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3891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Llave de hardware (FIDO2)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43891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 USB/NFC que tocás para entrar. Atada al dominio legítimo: es el estándar de oro.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real: SIM swapping y la cuenta de la SEC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081A33"/>
          </a:solidFill>
          <a:ln w="12700">
            <a:solidFill>
              <a:srgbClr val="0F6E6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68780"/>
            <a:ext cx="685800" cy="68580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687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📇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4630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método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4630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atacante convence a la operadora de pasar el número de la víctima a una SIM suya (con documentación falsa y datos personales). Desde ese momento recibe sus SMS.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90322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29032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6974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6974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cuenta de X de la SEC (EE. UU.) fue tomada y se anunció falsamente la aprobación de los ETF de bitcoin: el precio subió más de USD 1.000 y luego cayó más de USD 2.000.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37660"/>
            <a:ext cx="685800" cy="6858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41376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desenlace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931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de los participantes, que ejecutó el SIM swap, se declaró culpable en febrero de 2025 y fue condenado en mayo de 2025 a 14 meses de prisión.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949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Moraleja: un SMS demuestra que controlás un número de teléfono, no que seas vos. Para cuentas críticas, TOTP o llave física.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 un código TOTP (el de 6 dígitos que cambia)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2596896" cy="2377440"/>
          </a:xfrm>
          <a:prstGeom prst="roundRect">
            <a:avLst>
              <a:gd name="adj" fmla="val 307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618488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1460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Secreto compartido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24140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activar MFA, el sitio y tu app guardan el mismo secreto (el QR).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1600200"/>
            <a:ext cx="2596896" cy="2377440"/>
          </a:xfrm>
          <a:prstGeom prst="roundRect">
            <a:avLst>
              <a:gd name="adj" fmla="val 307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79976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Tiempo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880360"/>
            <a:ext cx="24140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toma el reloj y se divide en pasos de 30 segundos.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1600200"/>
            <a:ext cx="2596896" cy="2377440"/>
          </a:xfrm>
          <a:prstGeom prst="roundRect">
            <a:avLst>
              <a:gd name="adj" fmla="val 307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41464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41464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🔏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51460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HMAC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880360"/>
            <a:ext cx="24140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mezcla secreto + paso con HMAC-SHA1.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24544" y="1600200"/>
            <a:ext cx="2596896" cy="2377440"/>
          </a:xfrm>
          <a:prstGeom prst="roundRect">
            <a:avLst>
              <a:gd name="adj" fmla="val 307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02952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902952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997696" y="251460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6 dígitos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15984" y="2880360"/>
            <a:ext cx="24140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recorta el resultado a un número de 6 cifras.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E2A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3434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 = HMAC-SHA1(secreto, ⌊tiempo / 30⌋)  →  truncar  →  mod 10⁶
</a:t>
            </a:r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Servidor y app calculan lo mismo; no hace falta red entre ellos.
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 RFC 6238. Los relojes pueden diferir unos segundos: por eso el servidor acepta el paso anterior y el siguiente.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reduce muchísimo el riesgo… pero no es infalible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92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269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🕸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AiTM (adversario en el medio)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sitio intermedio te muestra la página real y captura contraseña Y código en tiempo real. TOTP y SMS no lo frenan.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7150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788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Fatiga de MFA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6532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Decenas de notificaciones de "¿sos vos?" hasta que alguien acepta por cansancio (caso Uber 2022, Semana 4).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624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03080" y="1783080"/>
            <a:ext cx="731520" cy="73152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4030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596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sí frena esto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5340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resistentes al phishing: llaves FIDO2 y passkeys, atadas al dominio verdadero.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 equilibrado: activá MFA siempre; y cuando puedas, elegí el método que el phishing no puede retransmitir.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943600" cy="5943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8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0" cy="128016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Passkeys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futuro: contraseñas que no se pueden robar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una passkey? Un par de llaves criptográficas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4894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94894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5129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Llave pública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queda en el sitio (Google, Amazon…). Puede ser conocida por cualquiera: solo sirve para VERIFICAR firmas.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8106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8106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📵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281928" y="2606040"/>
            <a:ext cx="5129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Llave privada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063240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sale de tu dispositivo (celular, computadora, tu gestor). Solo sirve para FIRMAR.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5262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Criptografía asimétrica: lo que firma la privada solo lo valida la pública correspondiente. En lugar de compartir un secreto con el sitio, demostrás que lo tenés sin entregarlo.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sesión con una passkey: desafío y firma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61848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603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Desafío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sitio envía un número aleatorio, distinto cada vez.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164592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7997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👆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603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Desbloqueás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9260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tu huella, cara o PIN. El PIN o la huella no salen del dispositivo.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164592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41464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41464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5603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Firma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9260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dispositivo firma el desafío (y el dominio) con la llave privada.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24544" y="164592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02952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902952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997696" y="25603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Verificación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15984" y="29260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sitio comprueba la firma con tu llave pública y te deja entrar.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7548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laboratorio vas a ver este flujo en un simulador con criptografía real (curva P-256): registro, login, ataque de phishing y brecha del servidor.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son inmunes al phishing: la passkey sabe dónde está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1E2A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Passkey creada para:   tiendanova.test
</a:t>
            </a:r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Entrás a:  tiendanova.test         →  el dispositivo ofrece la passkey  ✔
</a:t>
            </a:r>
            <a:pPr indent="0" marL="0">
              <a:buNone/>
            </a:pPr>
            <a:r>
              <a:rPr lang="en-US" sz="1400" dirty="0">
                <a:solidFill>
                  <a:srgbClr val="C05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Entrás a:  tiendanova-login.test   →  no hay passkey para este dominio  ✘
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48940" y="365760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489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480560"/>
            <a:ext cx="5129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Vinculada al dominio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9377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navegador, no vos, informa el dominio al autenticador. La página falsa no puede mentir.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34290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81060" y="365760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8106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81928" y="4480560"/>
            <a:ext cx="5129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sirve retransmitir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9377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desafío es de un solo uso y la firma incluye el origen. Una respuesta capturada no vale en otro lado.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si hackean al sitio, no hay nada que robar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256032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0" y="1508760"/>
            <a:ext cx="448056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91840" y="15087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1508760"/>
            <a:ext cx="38404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Passkey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2560320" cy="7772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116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guarda el servidor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4480560" cy="7772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20116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hash de tu secreto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2011680"/>
            <a:ext cx="3840480" cy="7772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0" y="2011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tu llave pública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788920"/>
            <a:ext cx="2560320" cy="77724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788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hay brecha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0" y="2788920"/>
            <a:ext cx="4480560" cy="77724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91840" y="27889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hashes se atacan sin conexión (fuerza bruta, diccionarios)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2788920"/>
            <a:ext cx="3840480" cy="77724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0" y="2788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que descifrar: la pública no permite firmar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566160"/>
            <a:ext cx="2560320" cy="7772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566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Reutilización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0" y="3566160"/>
            <a:ext cx="4480560" cy="7772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91840" y="35661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Posible: el relleno de credenciales funciona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80960" y="3566160"/>
            <a:ext cx="3840480" cy="7772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0" y="3566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Imposible: una llave distinta por sitio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343400"/>
            <a:ext cx="2560320" cy="77724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343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200400" y="4343400"/>
            <a:ext cx="4480560" cy="77724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91840" y="43434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Vulnerable: la escribís donde te pidan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80960" y="4343400"/>
            <a:ext cx="3840480" cy="77724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0" y="43434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Resistente: no funciona en el dominio falso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120640"/>
            <a:ext cx="2560320" cy="7772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5120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recordás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200400" y="5120640"/>
            <a:ext cx="4480560" cy="7772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91840" y="512064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secreto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680960" y="5120640"/>
            <a:ext cx="3840480" cy="7772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0" y="51206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Nada: desbloqueás con huella, cara o PIN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no es el futuro: datos de adopción 2025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920" y="1783080"/>
            <a:ext cx="731520" cy="73152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269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 vs 63%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230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éxito al iniciar sesión: passkeys frente a otros métodos (correo, SMS, redes sociales).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7150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788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 s vs 31,2 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465320" y="3063240"/>
            <a:ext cx="3230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medio de inicio de sesión: 73 % menos con passkeys.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6240" y="1554480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0308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4030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596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−81%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153400" y="3063240"/>
            <a:ext cx="3230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Incidentes de mesa de ayuda relacionados con el acceso tras adoptar passkeys.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617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FIDO Passkey Index (octubre 2025), con datos de Amazon, Google, Microsoft, PayPal, TikTok y otros. Además, desde mayo de 2025 las cuentas nuevas de Microsoft son "sin contraseña" por defecto.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943600" cy="5943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8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0" cy="128016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de archivos con VeraCrypt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Proteger lo que ya tenés guardado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cifrar archivos? Porque el equipo se puede perder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92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269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Pendrive perdido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230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del DNI, contratos, códigos de recuperación: cualquiera los lee.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7150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788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robado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65320" y="3063240"/>
            <a:ext cx="3230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disco en otra máquina, la contraseña de Windows no sirve de nada.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6240" y="1554480"/>
            <a:ext cx="3505200" cy="2743200"/>
          </a:xfrm>
          <a:prstGeom prst="roundRect">
            <a:avLst>
              <a:gd name="adj" fmla="val 266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03080" y="1783080"/>
            <a:ext cx="731520" cy="73152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4030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596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cifrado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53400" y="3063240"/>
            <a:ext cx="3230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contenido es ilegible sin la clave, aunque tengan el dispositivo en la mano.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común: creer que la contraseña de sesión protege los archivos. Protege el acceso por el sistema; quien saca el disco no pasa por el sistema.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Contenedor, encabezado y cifrado "al vuelo"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505200" cy="3108960"/>
          </a:xfrm>
          <a:prstGeom prst="roundRect">
            <a:avLst>
              <a:gd name="adj" fmla="val 2353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92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269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contenedor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230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archivo (.hc o .tc) de tamaño fijo. Uno de 500 MB siempre pesa 500 MB: no revela cuánto hay adentro.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05200" cy="3108960"/>
          </a:xfrm>
          <a:prstGeom prst="roundRect">
            <a:avLst>
              <a:gd name="adj" fmla="val 2353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7150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788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encabezado (header)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65320" y="3063240"/>
            <a:ext cx="3230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primeros bytes: guardan lo necesario para descifrar. Si se daña, ni con la clave abrís el volumen.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6240" y="1554480"/>
            <a:ext cx="3505200" cy="3108960"/>
          </a:xfrm>
          <a:prstGeom prst="roundRect">
            <a:avLst>
              <a:gd name="adj" fmla="val 2353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0308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4030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596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vuelo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53400" y="3063240"/>
            <a:ext cx="3230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se descifran en memoria RAM solo cuando los abrís. Nunca quedan descifrados en el disco real.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9834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VeraCrypt permite hacer copias de seguridad del header: sin él, el volumen es irrecuperable.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seguro: montar, trabajar, desmontar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61848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603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Seleccionar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Ubicás el contenedor (.hc).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164592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7997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603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Montar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9260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Ponés la clave. VeraCrypt valida el header y crea la unidad virtual.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164592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41464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41464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5603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Trabajar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9260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usás como un pendrive normal.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24544" y="164592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02952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902952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997696" y="25603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Desmontar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15984" y="29260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clave: la llave se borra de la memoria y todo vuelve a ser ilegible.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7548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contenedor montado y olvidado es una caja fuerte con la puerta abierta. Desmontá siempre antes de dejar el equipo.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Debian, sin interfaz gráfica: los comandos reales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0881360" cy="3108960"/>
          </a:xfrm>
          <a:prstGeom prst="roundRect">
            <a:avLst>
              <a:gd name="adj" fmla="val 2353"/>
            </a:avLst>
          </a:prstGeom>
          <a:solidFill>
            <a:srgbClr val="1E2A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508760"/>
            <a:ext cx="10332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A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un contenedor de 20 MB
</a:t>
            </a:r>
            <a:pPr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veracrypt --text --create datos.hc --size=20M --volume-type=normal \
</a:t>
            </a:r>
            <a:pPr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--encryption=AES --hash=SHA-512 --filesystem=ext4 --pim=0 --keyfiles=""
</a:t>
            </a:r>
            <a:pPr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FA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Montar, usar y desmontar
</a:t>
            </a:r>
            <a:pPr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mkdir -p /mnt/boveda
</a:t>
            </a:r>
            <a:pPr indent="0" marL="0"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veracrypt --text --mount datos.hc /mnt/boveda
</a:t>
            </a:r>
            <a:pPr indent="0" marL="0">
              <a:buNone/>
            </a:pPr>
            <a:r>
              <a:rPr lang="en-US" sz="1250" dirty="0">
                <a:solidFill>
                  <a:srgbClr val="E4C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veracrypt --text --unmount /mnt/boveda
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47548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800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 real hecha al preparar el laboratorio: un contenedor recién creado tiene entropía de 8,0000 bits por byte — indistinguible del ruido aleatorio. Un texto normal ronda los 4,5.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único de falla: la clave y el header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2583180" cy="274320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591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56591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🆘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dañado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23088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error de disco o un virus puede inutilizar el volumen aunque sepas la clave.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6140" y="1554480"/>
            <a:ext cx="2583180" cy="274320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197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3197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1586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del header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43300" y="3063240"/>
            <a:ext cx="23088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Guardalo FUERA del contenedor y del equipo. Permite restaurar si se daña.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2583180" cy="274320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9803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9803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 perdida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063240"/>
            <a:ext cx="23088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"olvidé mi contraseña". Sin clave, los datos se pierden para siempre.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38260" y="1554480"/>
            <a:ext cx="2583180" cy="274320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6409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6409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4798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75420" y="3063240"/>
            <a:ext cx="23088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Guardá la clave en tu gestor de contraseñas (con backup) y probá la restauración.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6177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VeraCrypt sigue activo: la versión 1.26.29 se publicó el 9 de junio de 2026 e incluye paquete de consola para Debian 13.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943600" cy="5943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8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0" cy="128016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junto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de capas, no una herramienta mágica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Confidencialidad, integridad y autenticidad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256032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0" y="1508760"/>
            <a:ext cx="374904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91840" y="15087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1508760"/>
            <a:ext cx="457200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40880" y="15087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esta unidad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256032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116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Confidencialidad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374904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20116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¿Solo quien debe puede leerlo?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49440" y="2011680"/>
            <a:ext cx="457200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201168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VeraCrypt, bóvedas cifradas (Bitwarden, KeePassXC)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2560320" cy="100584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0175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0" y="3017520"/>
            <a:ext cx="3749040" cy="100584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91840" y="30175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¿Se modificó algo en el camino?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3017520"/>
            <a:ext cx="4572000" cy="100584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0" y="301752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Hashes (SHA-256), firmas digitales, header del volumen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256032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0233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Autenticidad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0" y="4023360"/>
            <a:ext cx="374904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91840" y="40233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es realmente quien dice ser?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49440" y="4023360"/>
            <a:ext cx="457200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40880" y="40233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 única + MFA, passkeys (firma con llave privada)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Estas tres propiedades dan sentido a cada herramienta. Si no sabés cuál estás protegiendo, no sabés si la herramienta es la correcta.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conviven: la clave maestra de VeraCrypt vive en el gestor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61848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603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Entrás con MFA o passkey (algo que tenés + algo que sos).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164592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7997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603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de contraseñas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9260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contraseñas únicas y la clave del contenedor.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164592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41464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41464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5603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 VeraCrypt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9260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 tus documentos sensibles en reposo.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24544" y="164592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02952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902952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997696" y="25603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recuperación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15984" y="29260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recuperación, backup de la bóveda y del header.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7548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800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una capa falla, las otras siguen. Y la peor falla no es técnica: perder la clave maestra. "De nada sirve la mejor criptografía si vos mismo te quedás afuera de casa."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frecuentes que ya no vas a cometer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55448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 gestor del navegador alcanza"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554480"/>
            <a:ext cx="6400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clave maestra adicional, quien accede a tu perfil puede ver todo. Usá un gestor dedicado.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0040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3200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92608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 SMS es MFA suficiente"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926080"/>
            <a:ext cx="6400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contra el relleno de credenciales, pero se puede interceptar. Para lo crítico: TOTP o llave.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57200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4572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🧊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29768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"Cifré el pendrive, ya está"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4297680"/>
            <a:ext cx="6400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backup del header ni de la clave, un fallo te deja sin datos. Cifrar no reemplaza al backup.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de la unidad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de contraseñas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385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Único, largo y aleatorio por sitio. Maestra = frase aleatoria. Plan de recuperación.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9385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factores distintos. SMS &lt; TOTP &lt; llave FIDO2. No es infalible (AiTM).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Passkeys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3101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de llaves: privada en tu dispositivo, pública en el sitio. Atadas al dominio.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834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VeraCrypt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3101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 cifrado al vuelo. Montar, trabajar, DESMONTAR. Backup del header.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Entropía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817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× log₂(N). Vale solo si es aleatoria. El servidor debe usar una KDF lenta.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4206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9224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6817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→ gestor → datos cifrados → recuperación. Revisar todo cada mes.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960120" cy="9601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Manos a la obra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bóveda de TiendaNova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laboratorio vas a medir contraseñas y hashes, armar una bóveda con KeePassXC, generar códigos TOTP, simular passkeys y cifrar un contenedor con VeraCrypt, todo desde una terminal Debian 13 sin interfaz gráfica.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6177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seguridad es un proceso, no un estado: revisá tus cuentas antiguas y activá MFA donde todavía no lo tengas.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Diplomatura en Ciberseguridad - Semana 5</dc:title>
  <dc:subject>PptxGenJS Presentation</dc:subject>
  <dc:creator>PptxGenJS</dc:creator>
  <cp:lastModifiedBy>PptxGenJS</cp:lastModifiedBy>
  <cp:revision>1</cp:revision>
  <dcterms:created xsi:type="dcterms:W3CDTF">2026-10-19T21:06:15Z</dcterms:created>
  <dcterms:modified xsi:type="dcterms:W3CDTF">2026-10-19T21:06:15Z</dcterms:modified>
</cp:coreProperties>
</file>